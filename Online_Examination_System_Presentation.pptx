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0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-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36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31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76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99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24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66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148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26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76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769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132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4356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04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5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28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70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686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575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Online Examination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Angular + Django Full Stack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Backend:</a:t>
            </a:r>
            <a:r>
              <a:rPr lang="en-IN" dirty="0"/>
              <a:t> </a:t>
            </a:r>
            <a:r>
              <a:rPr dirty="0"/>
              <a:t>Django,</a:t>
            </a:r>
            <a:r>
              <a:rPr lang="en-IN" dirty="0"/>
              <a:t> </a:t>
            </a:r>
            <a:r>
              <a:rPr dirty="0"/>
              <a:t>Python</a:t>
            </a:r>
            <a:r>
              <a:rPr lang="en-IN" dirty="0"/>
              <a:t>, </a:t>
            </a:r>
            <a:r>
              <a:rPr dirty="0"/>
              <a:t>PostgreSQL / SQLite</a:t>
            </a:r>
          </a:p>
          <a:p>
            <a:r>
              <a:rPr dirty="0"/>
              <a:t>Frontend:</a:t>
            </a:r>
            <a:r>
              <a:rPr lang="en-IN" dirty="0"/>
              <a:t> </a:t>
            </a:r>
            <a:r>
              <a:rPr dirty="0"/>
              <a:t>Angular</a:t>
            </a:r>
            <a:r>
              <a:rPr lang="en-IN" dirty="0"/>
              <a:t>,</a:t>
            </a:r>
            <a:r>
              <a:rPr dirty="0"/>
              <a:t> Bootstrap, HTML, CSS</a:t>
            </a:r>
            <a:r>
              <a:rPr lang="en-IN" dirty="0"/>
              <a:t>, </a:t>
            </a:r>
            <a:r>
              <a:rPr dirty="0"/>
              <a:t>JavaScript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Online Examination and Performance Analytics System</a:t>
            </a:r>
          </a:p>
          <a:p>
            <a:r>
              <a:rPr dirty="0"/>
              <a:t>Full stack web application</a:t>
            </a:r>
          </a:p>
          <a:p>
            <a:r>
              <a:rPr dirty="0"/>
              <a:t>Angular frontend + Django backend</a:t>
            </a:r>
          </a:p>
          <a:p>
            <a:r>
              <a:rPr dirty="0"/>
              <a:t>Automates examination process</a:t>
            </a:r>
          </a:p>
          <a:p>
            <a:r>
              <a:rPr dirty="0"/>
              <a:t>Provides real-time scoring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Secure online exam platform</a:t>
            </a:r>
          </a:p>
          <a:p>
            <a:r>
              <a:rPr dirty="0"/>
              <a:t>Timer-based exams</a:t>
            </a:r>
          </a:p>
          <a:p>
            <a:r>
              <a:rPr dirty="0"/>
              <a:t>Automatic evaluation</a:t>
            </a:r>
          </a:p>
          <a:p>
            <a:r>
              <a:rPr dirty="0"/>
              <a:t>Performance ranking system</a:t>
            </a:r>
          </a:p>
          <a:p>
            <a:r>
              <a:rPr dirty="0"/>
              <a:t>Suggestion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management</a:t>
            </a:r>
          </a:p>
          <a:p>
            <a:r>
              <a:rPr dirty="0"/>
              <a:t>Exam creation &amp; scheduling</a:t>
            </a:r>
          </a:p>
          <a:p>
            <a:r>
              <a:rPr dirty="0"/>
              <a:t>Question bank management</a:t>
            </a:r>
          </a:p>
          <a:p>
            <a:r>
              <a:rPr dirty="0"/>
              <a:t>Results monitoring</a:t>
            </a:r>
          </a:p>
          <a:p>
            <a:r>
              <a:rPr dirty="0"/>
              <a:t>Analytics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Login system</a:t>
            </a:r>
          </a:p>
          <a:p>
            <a:r>
              <a:rPr dirty="0"/>
              <a:t>Attend exams</a:t>
            </a:r>
          </a:p>
          <a:p>
            <a:r>
              <a:rPr dirty="0"/>
              <a:t>Timer-based test</a:t>
            </a:r>
          </a:p>
          <a:p>
            <a:r>
              <a:rPr dirty="0"/>
              <a:t>Instant scoring</a:t>
            </a:r>
          </a:p>
          <a:p>
            <a:r>
              <a:rPr dirty="0"/>
              <a:t>Ranking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Manual exams</a:t>
            </a:r>
          </a:p>
          <a:p>
            <a:r>
              <a:rPr dirty="0"/>
              <a:t>Slow evaluation</a:t>
            </a:r>
          </a:p>
          <a:p>
            <a:r>
              <a:rPr dirty="0"/>
              <a:t>Human errors</a:t>
            </a:r>
          </a:p>
          <a:p>
            <a:r>
              <a:rPr dirty="0"/>
              <a:t>No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Automated system</a:t>
            </a:r>
          </a:p>
          <a:p>
            <a:r>
              <a:rPr dirty="0"/>
              <a:t>Instant scoring</a:t>
            </a:r>
          </a:p>
          <a:p>
            <a:r>
              <a:rPr dirty="0"/>
              <a:t>Ranking system</a:t>
            </a:r>
          </a:p>
          <a:p>
            <a:r>
              <a:rPr dirty="0"/>
              <a:t>Real-time analytics</a:t>
            </a:r>
          </a:p>
          <a:p>
            <a:r>
              <a:rPr lang="en-IN" dirty="0"/>
              <a:t>S</a:t>
            </a:r>
            <a:r>
              <a:rPr dirty="0" err="1"/>
              <a:t>ecure</a:t>
            </a:r>
            <a:r>
              <a:rPr dirty="0"/>
              <a:t> authentication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Faster results</a:t>
            </a:r>
          </a:p>
          <a:p>
            <a:r>
              <a:rPr dirty="0"/>
              <a:t>Reduced workload</a:t>
            </a:r>
          </a:p>
          <a:p>
            <a:r>
              <a:rPr dirty="0"/>
              <a:t>Transparent evaluation</a:t>
            </a:r>
          </a:p>
          <a:p>
            <a:r>
              <a:rPr dirty="0"/>
              <a:t>Secure system</a:t>
            </a:r>
          </a:p>
          <a:p>
            <a:r>
              <a:rPr dirty="0"/>
              <a:t>Better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 question generation</a:t>
            </a:r>
          </a:p>
          <a:p>
            <a:r>
              <a:rPr dirty="0"/>
              <a:t>Adaptive tests</a:t>
            </a:r>
          </a:p>
          <a:p>
            <a:r>
              <a:rPr dirty="0"/>
              <a:t>Email notifications</a:t>
            </a:r>
          </a:p>
          <a:p>
            <a:r>
              <a:rPr dirty="0"/>
              <a:t>Mobile ap</a:t>
            </a:r>
            <a:r>
              <a:rPr lang="en-IN" dirty="0"/>
              <a:t>p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improves exam efficiency</a:t>
            </a:r>
          </a:p>
          <a:p>
            <a:r>
              <a:t>Provides real-time results and analytics</a:t>
            </a:r>
          </a:p>
          <a:p>
            <a:r>
              <a:t>Secure and scalable solution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42</TotalTime>
  <Words>156</Words>
  <Application>Microsoft Office PowerPoint</Application>
  <PresentationFormat>On-screen Show (4:3)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Online Examination System</vt:lpstr>
      <vt:lpstr>Tech Stack</vt:lpstr>
      <vt:lpstr>Introduction</vt:lpstr>
      <vt:lpstr>Objective</vt:lpstr>
      <vt:lpstr>Admin Module</vt:lpstr>
      <vt:lpstr>Student Module</vt:lpstr>
      <vt:lpstr>Existing System</vt:lpstr>
      <vt:lpstr>Proposed System</vt:lpstr>
      <vt:lpstr>Advantages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parvathi g</dc:creator>
  <cp:keywords/>
  <dc:description>generated using python-pptx</dc:description>
  <cp:lastModifiedBy>parvathi g</cp:lastModifiedBy>
  <cp:revision>3</cp:revision>
  <dcterms:created xsi:type="dcterms:W3CDTF">2013-01-27T09:14:16Z</dcterms:created>
  <dcterms:modified xsi:type="dcterms:W3CDTF">2026-06-03T09:00:16Z</dcterms:modified>
  <cp:category/>
</cp:coreProperties>
</file>